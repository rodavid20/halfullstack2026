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in the room will have installed IIS but never configured it deliberately. Go through the dialogs field by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between IIS and Kestrel resolves most confusion for people who knew classic ASP.NET. Say plainly: IIS no longer executes your code, it hands it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an environment where servers are administered by another team, this list is the deliverable. Encourage them to send it as a single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Hosting Bundle is the item people miss. Without it IIS has no idea what to do with an ASP.NET Core application and you get a 500.19 or a blank 502.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503-means-the-pool-stopped mapping is worth memorising. It sends you straight to the pool rather than into the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Certificate expiry is worth pressing on. Ask whether anyone has been caught by one — usually at least one person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publish folder in Explorer. Seeing the actual files removes most of the mystery about what deployment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deep-link 404 baffles people because the site works perfectly until someone presses F5 on an inner page. Flag it before the hands-on.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Rollback is the question most teams have not thought about. Keeping the previous published folder is a perfectly good starting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people who have a server available with those who do not. Everyone should at least watch a full deployment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should have something running on IIS before this session ends, even if it is only the default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 Configuration (IIS)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how a request reaches your code on a real server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site in IIS and understand every field you filled in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what an application pool is and why identity matters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an ASP.NET Core application correctly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a deployed application answering on a port you chose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IIS does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it stopped doing in ASP.NET 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hosting model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Kestrel, the module, in-process and out-of-process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Sites, pools and bindings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things every deployment needs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publish and what lands in the folder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sample application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IIS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happens when someone opens your URL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https://server:443/parts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01102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7134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6862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+ binding matched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63876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19908" y="1691640"/>
            <a:ext cx="1951878" cy="1143000"/>
          </a:xfrm>
          <a:prstGeom prst="rect">
            <a:avLst/>
          </a:prstGeom>
          <a:solidFill>
            <a:srgbClr val="3333B3"/>
          </a:solidFill>
          <a:ln w="9525">
            <a:solidFill>
              <a:srgbClr val="3333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9636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Module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 the request over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26651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2683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2411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.NET web server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89425" y="2171700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45457" y="1691640"/>
            <a:ext cx="1951878" cy="114300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55185" y="1691640"/>
            <a:ext cx="173242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code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Middleware, then the controller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06324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0632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In-process (the default)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465576"/>
            <a:ext cx="5394960" cy="1014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" y="3611880"/>
            <a:ext cx="49560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Kestrel runs inside the IIS worker process. Fewer hops, faster, and the usual choice.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9632" y="306324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82512" y="30632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Out-of-process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199632" y="3465576"/>
            <a:ext cx="5394960" cy="1014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19088" y="3611880"/>
            <a:ext cx="495604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 forwards to a separate dotnet.exe over a local port. Needed when the app must run under a different account or runtime.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4663440"/>
            <a:ext cx="11002975" cy="11887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663440"/>
            <a:ext cx="50292" cy="11887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" y="466344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 is a front door, not the framework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ASP.NET Core it terminates TLS, applies Windows authentication and forwards the request. Your application logic runs in Kestrel — that is why the same code runs unchanged on Linux.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DEPLOY ANYTHING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checklist that prevents most failures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 installed with the right features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 role, plus the management console. Static content and default document at minimum.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.NET Hosting Bundle installed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teaches IIS to run ASP.NET Core. Without it you get a 500.19 and no useful message.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 restarted after installing it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iisreset. The module is not picked up until you do.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folder for the site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the repository, somewhere the pool identity can read.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 that is free and open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on the server, and open in the firewall if anyone else must reach it.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48856" y="18196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FROM THE COMMAND LINE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848856" y="2112264"/>
            <a:ext cx="452628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dotnet --info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.NET runtimes installed: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Microsoft.AspNetCore.App 8.0.x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netstat -ano | findstr :8081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(nothing = the port is free)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iisreset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42976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12280" y="42976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this in writing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6629400" y="4700016"/>
            <a:ext cx="4965192" cy="10972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48856" y="4846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someone else administers the server, send this list. It saves a week of scheduling one change at a time.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WEBSITE IN IIS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settings that decide everything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745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name, and the physical path to your published folder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2587752"/>
            <a:ext cx="58064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8775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7980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798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87752"/>
            <a:ext cx="4855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pool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worker process your site runs in, with its own identity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4360" y="3511296"/>
            <a:ext cx="58064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511296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72160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511296"/>
            <a:ext cx="48554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Protocol, IP address, port and optional host name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" y="44348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4348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pool settings that matter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4360" y="4837176"/>
            <a:ext cx="5806440" cy="11064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3816" y="4983480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CLR version: No Managed Code — the runtime lives in your app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Identity: ApplicationPoolIdentity. Grant it read access to the folder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▸"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Recycling: understand it before storing anything in memory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1664208"/>
            <a:ext cx="4965192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48856" y="18196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BINDINGS — READING THEM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2112264"/>
            <a:ext cx="45262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*:80                  default site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 *:443  spares.hal.int  TLS + host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  *:8081                 test build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Two sites can share port 80 only if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their host names differ.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29400" y="36118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36118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call anyone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4014216"/>
            <a:ext cx="4965192" cy="19293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48856" y="4160520"/>
            <a:ext cx="452628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port open in the Windows firewall?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another site already bound to it?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pool identity have rights to the folder?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.NET Hosting Bundle installed on the server?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you restart IIS after installing it?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POOLS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your code actually runs in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pool per application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 pool means one crashing site takes the others with it. Isolation is the whole point.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Managed Code for ASP.NET Core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runtime is inside your application, so the pool does not load one. This setting confuses everyone once.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decides permissions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ApplicationPoolIdentity is a virtual account named after the pool. Grant folder rights to it, not to Everyone.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Recycling restarts the process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default on a schedule and on idle. Anything held in memory is lost — which is why session state and static fields are a trap.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timeout stops the site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request after a quiet period is slow. Disable the idle timeout for an internal application people use all day.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Granting folder rights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IIS AppPool\YourPoolName read access to the site folder, and write access only where the application genuinely writes — a logs folder, for example.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of a pool problem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503 Service Unavailable — the pool stopped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first request — idle timeout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Works, then fails after hours — a recycle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AND BINDINGS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address right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1579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BINDING IS FOUR THINGS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   https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  *            (all interfaces)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     443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name spares.hal.int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certificate  spares.hal.int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two sites can share a port only if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their host names differ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913632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 host name, not an 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315968"/>
            <a:ext cx="5806440" cy="16276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4462272"/>
            <a:ext cx="53675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name can be repointed when the server is replaced. An IP address typed into fifty shortcuts cannot. Ask for a DNS entry at the start of the project, not at the end.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come from your own authority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Internally issued, and trusted because the domain trusts the issuer. No browser warnings.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expiry date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certificate expiring quietly at midnight is a classic outage. Put it in a calendar the day you install it.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HTTP to HTTPS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UseHttpsRedirection handles it, but the HTTP binding must exist for the redirect to happen at all.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from another machine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localhost hides certificate and firewall problems completely.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AND DEPLOYING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copy to the server, and what you do not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6035040" cy="234543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783080"/>
            <a:ext cx="5596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596128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publish -c Release -o .\publish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folder contains: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HalSpares.dll        your code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*.dll                dependencies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appsettings.json     configuration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web.config           generated for IIS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wwwroot\            static files</a:t>
            </a:r>
            <a:endParaRPr lang="en-US" sz="1050" dirty="0"/>
          </a:p>
          <a:p>
            <a:pPr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Reports\            your .rpt files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903720" y="162763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62763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04888" y="1975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04888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162763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Publish, never copy bin\Debug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Release publish is trimmed, optimised and includes the generated web.config.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903720" y="281635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281635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04888" y="31638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281635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React app separately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npm run build produces static files. Serve them from wwwroot or from their own site.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03720" y="400507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400507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04888" y="4352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04888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00507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publish over a running site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site or use an app_offline.htm file, then copy.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03720" y="5193792"/>
            <a:ext cx="4690872" cy="106070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5193792"/>
            <a:ext cx="50292" cy="106070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5541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04888" y="5541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5193792"/>
            <a:ext cx="37398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does not travel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strings and API URLs differ per environment. Set them on the server.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94360" y="4114800"/>
            <a:ext cx="6035040" cy="658368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" y="4114800"/>
            <a:ext cx="5559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published folder is the deliverable. If it will not run from a plain copy, it is not ready to hand over.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94360" y="4892040"/>
            <a:ext cx="60350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9204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Framework-dependent or self-contained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94360" y="5294376"/>
            <a:ext cx="6035040" cy="649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3816" y="5440680"/>
            <a:ext cx="55961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Framework-dependent needs the runtime installed on the server and stays small. Self-contained carries the runtime with it — larger, but it runs where you cannot install anything.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THE REACT APP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shapes, and the one gotcha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site as the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contents of dist into wwwroot. One site, one origin, no CORS. Simplest to deploy and to explain — recommended for this week.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Its own IIS site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separate site and port for the front end. More flexible, deployable independently, and CORS must then be configured for the real origin.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GOTCHA: REFRESHING A DEEP LINK RETURNS 404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React handles /parts/HAL-4471 in the browser. IIS knows nothing about it,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 a refresh asks IIS for a file that does not exist.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a URL Rewrite rule sending anything that is not a real file to index.html,</a:t>
            </a:r>
            <a:endParaRPr lang="en-US" sz="1100" dirty="0"/>
          </a:p>
          <a:p>
            <a:pPr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serve the app from an ASP.NET Core fallback route: app.MapFallbackToFile("index.html");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deployment works where you are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administers your servers?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You, an IT team, or a vendor? What does a change request take?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code reach a server today?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copied folder, a script, or something automated?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would notice if a site stopped?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monitor, or a phone call from a user?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would you roll back?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today's deployment is wrong, what is the plan?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rollback question usually reveals there is no plan — that is worth naming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change-request lead time; it shapes what you can realistically promise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sample application to IIS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template first, so that any problem is an IIS problem and not yours.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2448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244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IIS is installed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that the .NET Hosting Bundle is present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77063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7063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28392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77063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 fresh MVC project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publish -c Release -o publish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36499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6499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34335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4335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36499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it to the server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C:\inetpub\sites\demo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95935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95935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" y="40279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40279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395935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 application pool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Managed Code, Integrated pipeline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55371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455371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" y="462229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5528" y="46222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55371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site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it at the folder, bind it to port 8081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" y="514807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514807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" y="52166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5528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325880" y="514807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folder permissions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for the application pool identity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" y="5742432"/>
            <a:ext cx="6035040" cy="5029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5742432"/>
            <a:ext cx="50292" cy="5029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" y="581101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5528" y="58110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5742432"/>
            <a:ext cx="5084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to 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server first, then from another machine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1600200"/>
            <a:ext cx="46451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0" y="160020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949440" y="2002536"/>
            <a:ext cx="4645152" cy="133502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68896" y="2148840"/>
            <a:ext cx="4206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site answers on http://localhost:8081 on the server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answers from a second machine on the network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1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wrong URL returns 404 from your app, not from IIS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works locally but not from another machine, it is the firewall — nine times out of ten.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B7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server, understood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IIS is the front door; Kestrel runs your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Bundle first, then iisreset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pool per application, No Managed Code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rights to the pool identity, not to Everyone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to a host name so the server can be replaced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fallback rule or deep links will 404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second copy on a different port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pool and confirm you get a 503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every URL from another machine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configuration, errors, and getting the truth out of a server.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· Session 3 — Web Server Configuration (IIS)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3, Session 3 - Web Server Configuration (IIS)</dc:title>
  <dc:subject>PptxGenJS Presentation</dc:subject>
  <dc:creator>HAL .NET, React &amp; SQL Transition Program</dc:creator>
  <cp:lastModifiedBy>HAL .NET, React &amp; SQL Transition Program</cp:lastModifiedBy>
  <cp:revision>1</cp:revision>
  <dcterms:created xsi:type="dcterms:W3CDTF">2026-09-16T16:44:52Z</dcterms:created>
  <dcterms:modified xsi:type="dcterms:W3CDTF">2026-09-16T16:44:52Z</dcterms:modified>
</cp:coreProperties>
</file>