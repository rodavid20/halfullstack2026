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to be the least familiar session of the week for this group. Go slower here than the slides suggest.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even-handed. Overusing React on simple internal screens is a real cost, and this group will inherit both kinds of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the loss of the compiler explicitly — it is genuinely uncomfortable for C# developers and worth naming rather than glossing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npm install is slow or blocked on the corporate network, sort it now. This is the most common stopper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indentation of the tree carries the meaning — data flows down the indent, events bubble back up. Say that now; it explains the callback in the form component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onClick={handle()} mistake fires on render and is baffling the first time. Show it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mutation rule catches everyone once. Demonstrate a push that does not redraw, then fix it with a spread — the penny drops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map-and-spread pattern for updating one row in a list is worth typing out live. They will need it in the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infinite loop deliberately: set state inside an effect with no dependency array and watch the network tab. It is the most instructive mistake in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neatly onto single responsibility from Day 1 Session 1. Make the connection explicit — it is the same principle in a different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everyone to install React DevTools during this slide. It pays for itself within the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is uneasy about the JavaScript toolchain, that is a reasonable engineering instinct. Do not dismiss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npm install and the first dev server start take a few minutes. Get everyone running before explaining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should have a rendering table before the break, even with hard-coded data. The next session builds directly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 Basics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what a component is and why the UI is built from them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data down with props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changing data in state with useState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side effects at the right moment with useEffect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 small application into sensible components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front-end framework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React does that Razor does not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and JSX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that return markup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passed down, never modified in place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and useState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and what redraws when it does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Fetching, timers and cleanup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FRONT-END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the browser holds the state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SERVER-RENDERED (YESTERDAY)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builds the whole page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change means a full round trip and reload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well understood, and fine for many screens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to build anything that updates live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CLIENT-RENDERED (TODAY)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holds the data and draws the screen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changed part redraws — no reload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API can serve a mobile app too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moving parts, and a build step to manage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is the right answer everywhere. A dashboard people watch all day wants React; a monthly form does not.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JAVASCRIPT YOU NEED 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things, then we can talk about React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53288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C# TO JAVASCRIPT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parts = [];        // cannot reassign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           // can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low = parts.filter(p =&gt; p.qty &lt; 5);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names = parts.map(p =&gt; p.partNo);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partNo, qty } = part;   // destructure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 = [...parts, newPart]; // spread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part?.qty ?? 0;   // safe access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09651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9651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feel familiar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498848"/>
            <a:ext cx="5806440" cy="144475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645152"/>
            <a:ext cx="5367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and map are Where and Select. Arrow functions are lambdas. The syntax differs; the ideas are the ones you learned yesterday.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 by default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let only when the value genuinely changes. There is almost no reason for var.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dynamically typed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compiler to catch a typo in a property name. This is the biggest adjustment coming from C#.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copies, it does not mutate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[...parts, newPart] is the pattern React state depends on. Learn it now.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TypeScript later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gives JavaScript the type checking you are used to. Worth adopting once the basics are comfortable.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all those files are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RUN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hal-spares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 --template react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hal-spares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 for the server, on Day 3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13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node_modules is not committed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806440" cy="16276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62272"/>
            <a:ext cx="5367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enormous and entirely reproducible. package.json lists what you asked for; package-lock.json pins exactly what you got. Commit both, never the folder.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 is your code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main.jsx starts it, App.jsx is the root component, and components live beside it.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 has one empty div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fills it. Viewing the page source shows almost nothing — that is expected.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run dev is not the deployment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development server with hot reload. npm run build makes the files you deploy.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dependencies few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package is code you now maintain the risk of. Add deliberately.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COMPONENTS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 is a tree of small, replaceable parts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5778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COMPONENT IS A FUNCTION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1389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PartRow({ part })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&lt;td&gt;{part.partNo}&lt;/td&gt;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&lt;td&gt;{part.nomenclature}&lt;/td&gt;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&lt;td&gt;{part.quantity}&lt;/td&gt;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PartRow;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4805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is not HTML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882896"/>
            <a:ext cx="5577840" cy="10607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5029200"/>
            <a:ext cx="5138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className, not class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Braces { } drop back into JavaScript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returns exactly one root element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names start with a capital letter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TREE FOR OUR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82512" y="1883664"/>
            <a:ext cx="5212080" cy="841248"/>
          </a:xfrm>
          <a:prstGeom prst="roundRect">
            <a:avLst>
              <a:gd name="adj" fmla="val 4348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  <a:effectLst>
            <a:outerShdw sx="100000" sy="100000" kx="0" ky="0" algn="bl" rotWithShape="0" blurRad="50800" dist="12700" dir="5400000">
              <a:srgbClr val="B6B6D2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01968" y="1883664"/>
            <a:ext cx="4773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the data and the fetch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85432" y="2889504"/>
            <a:ext cx="47091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50800" dist="12700" dir="5400000">
              <a:srgbClr val="B6B6D2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04888" y="2889504"/>
            <a:ext cx="4270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PartsTable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Receives the list, renders the frame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88352" y="3895344"/>
            <a:ext cx="42062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50800" dist="12700" dir="5400000">
              <a:srgbClr val="B6B6D2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07808" y="3895344"/>
            <a:ext cx="3767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PartRow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Receives one part, renders one row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85432" y="4901184"/>
            <a:ext cx="47091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  <a:effectLst>
            <a:outerShdw sx="100000" sy="100000" kx="0" ky="0" algn="bl" rotWithShape="0" blurRad="50800" dist="12700" dir="5400000">
              <a:srgbClr val="B6B6D2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04888" y="4901184"/>
            <a:ext cx="4270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AddPartForm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Collects input, calls back up to App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IN PRACTICE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patterns that cover most screens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53288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CONDITIONS, CLASSES, EVENTS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{parts.map(p =&gt; 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&lt;PartRow key={p.partNo} part={p} /&gt;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{loading &amp;&amp; &lt;Spinner /&gt;}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 ? &lt;Error msg={error} /&gt; : &lt;Table /&gt;}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 className={p.qty &lt; 5 ? "table-warning" : ""}&gt;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onClick={() =&gt; onIssue(p)}&gt;Issue&lt;/button&gt;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09651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9651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are not optional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498848"/>
            <a:ext cx="5806440" cy="144475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645152"/>
            <a:ext cx="5367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uses the key to tell which row is which between redraws. Without one, edits land on the wrong row. Use a real identifier, never the array index.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className, not class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is a reserved word in JavaScript. htmlFor replaces for, for the same reason.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root element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siblings in a fragment: &lt;&gt; ... &lt;/&gt;.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Braces mean JavaScript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inside { } is an expression, so a ternary works but an if statement does not.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Handlers take a function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onClick={handle} passes it; onClick={handle()} calls it immediately, which is a classic bug.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AND STATE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is given, and data that changes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— PASSED IN, READ ONLY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150876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295144"/>
            <a:ext cx="4956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&lt;PartRow part={p} onIssue={handleIssue} /&gt;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PartRow({ part, onIssue })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part is read-only here.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To change it, call onIssue(part).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props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379976"/>
            <a:ext cx="5394960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4526280"/>
            <a:ext cx="495604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component never modifies its own props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a function down is how a child talks back up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two components need the same value, it belongs in their common parent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— OWNED, AND CHANGES OVER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2139696"/>
            <a:ext cx="5394960" cy="150876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295144"/>
            <a:ext cx="4956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[parts, setParts] = useState([]);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[loading, setLoading] = useState(true);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never assign directly: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parts.push(newPart)        &lt;- no redraw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setParts([...parts, newPart]);  // correct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397764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9776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state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4379976"/>
            <a:ext cx="5394960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526280"/>
            <a:ext cx="495604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the setter is what triggers a redraw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value, never mutate it in place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state as close to where it is used as you can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STATE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belongs in state, and where it lives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what changes and is displayed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can be calculated from something else, calculate it. Do not store a total you can sum.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it to the common parent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two components need the same value, it belongs to the nearest component above both.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mutate it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setParts([...parts, p]) — a push does not trigger a redraw, and the bug is silent.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are asynchronous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state immediately after setting it gives the old value. Use the updater form when it depends on the previous value.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as low as it can go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lifted too high redraws half the screen for one keystroke.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48856" y="18196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UPDATER FORM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848856" y="2112264"/>
            <a:ext cx="4526280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 be stale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correct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 =&gt; c + 1);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updating one row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setParts(prev =&gt; prev.map(p =&gt;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p.partNo === no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{ ...p, quantity: q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p));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48463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12280" y="48463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Replace, never edit in place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5248656"/>
            <a:ext cx="4965192" cy="5486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48856" y="53949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state update produces a new object or array.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that happens outside the drawing of the screen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SHAPES YOU WILL USE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loadParts();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          // once, after the first render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document.title = `${parts.length} parts`;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[parts]);     // again whenever parts changes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setInterval(refresh, 30000);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clearInterval(id);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          // cleanup on unmount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11704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11704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202996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dependency array is the whole story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means once. A list means when those values change. Omitted means after every render — almost never what you want.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944368"/>
            <a:ext cx="4690872" cy="11704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944368"/>
            <a:ext cx="50292" cy="11704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33467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944368"/>
            <a:ext cx="3739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 function to clean up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Timers, subscriptions and open connections must be released when the component goes away.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4261104"/>
            <a:ext cx="4690872" cy="11704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61104"/>
            <a:ext cx="50292" cy="11704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466344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261104"/>
            <a:ext cx="3739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fetch in the body of the component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runs on every render and will hammer your API.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5522976"/>
            <a:ext cx="4690872" cy="420624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41464" y="5522976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infinite render loop is nearly always a bad dependency array.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709160"/>
            <a:ext cx="60350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70916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rules that are not negotiable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5111496"/>
            <a:ext cx="6035040" cy="8321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" y="5257800"/>
            <a:ext cx="55961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hooks at the top level — never inside an if, a loop or a nested function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them only from components or from your own custom hooks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COMPONENTS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small is small enough?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when...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piece is reused in more than one place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no longer fits on a screen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 has its own state that nothing else needs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name the piece easily — a good name means a real boundary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split when...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used once and is only a few lines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 needs six props to work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splitting because it feels tidier, with no reuse in sight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PRESENTATIONAL AND CONTAINER, A USEFUL HABIT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          — fetches, holds state, decides what happens   (the container)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PartsTable    — given a list, renders a table                (presentational)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PartRow       — given one part, renders one row              (presentational)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presentational ones have no idea an API exists. That makes them trivial to test and reuse.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first React application goes wrong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or index keys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behave strangely when the list is filtered or sorted. Use a real identifier.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Mutating state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parts.push(p) then setParts(parts) — nothing redraws, and it looks like React is broken.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in the component body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on every render and hammers the API. Effects exist for this.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the console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warns clearly about most of these. The warnings are not noise.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enormous component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lines holding twelve pieces of state. Split it before it gets there.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React DevTools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browser extension that shows the component tree, the props and the state of each. It turns "why is this not updating" from guesswork into inspection.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console first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is an error you must fix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 is usually a real problem too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console is the standard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would this actually help?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your screens would benefit?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data, frequent interaction, lots of filtering.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would not?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 filled in twice a month does not need a build pipeline.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have to support?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Node, npm and a build step in your release process.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browsers must you support?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matters more in a controlled corporate estate than outside it.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 scepticism about the toolchain — it is well founded, so take it seriously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any browser constraints; they affect what you can deploy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component structure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API yet — hard-coded data only, so the focus stays on components.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app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create vite@latest hal-spares -- --template react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PartRow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one part as a prop, renders one table row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PartsTable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an array, maps it to PartRow components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row a key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key={part.partNo} — React needs it to track rows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search box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 for the text, filter the list before mapping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low stock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className when quantity is below five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828800"/>
            <a:ext cx="4645152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68896" y="1984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A LIST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2276856"/>
            <a:ext cx="4206240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PartsTable({ parts })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&lt;table&gt;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&lt;tbody&gt;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{parts.map(p =&gt; 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&lt;PartRow key={p.partNo} part={p} /&gt;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&lt;/tbody&gt;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&lt;/table&gt;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are not decoration. Leave one out and React will warn you in the console — read that warning.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model in six lines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component is a function that returns markup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go down; callbacks bring events back 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is what changes and is drawn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state, never mutate it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list item needs a stable key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components, named for what they show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sort to your parts table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one component into two and pass a callback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a key deliberately and watch what happens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connecting this to the API you built this morning.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3 — React.js Basics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2, Session 3 - React.js Basics</dc:title>
  <dc:subject>PptxGenJS Presentation</dc:subject>
  <dc:creator>HAL .NET, React &amp; SQL Transition Program</dc:creator>
  <cp:lastModifiedBy>HAL .NET, React &amp; SQL Transition Program</cp:lastModifiedBy>
  <cp:revision>1</cp:revision>
  <dcterms:created xsi:type="dcterms:W3CDTF">2026-09-16T16:44:51Z</dcterms:created>
  <dcterms:modified xsi:type="dcterms:W3CDTF">2026-09-16T16:44:51Z</dcterms:modified>
</cp:coreProperties>
</file>