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Pitch this as a professional habit, not a doctrine. A room that has been lectured about TDD before will switch off if you start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Being honest about the costs earns you the room. Someone who has maintained a brittle suite will otherwise spend the session arguing.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 on the naming convention from the first test. A suite with good names is readable as a specification; one without is noise.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connection to Session 1 explicit and loudly. This is the payoff for a principle that felt abstract on Day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4 is the one that separates a suite people trust from one they delete. Over-verified tests are the usual reason a suite gets abandoned.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404 test is a good first one because it needs no data and it fails loudly if routing is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coverage-as-a-target point almost always provokes a good discussion. Let it run for a couple of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prompt is not a trap. "No time" is a real constraint, and the answer is usually to test less but test the right things.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Watch for tests that pass whatever the code does. Ask everyone to demonstrate a red test before they finish.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"test every defect you fix" habit is the single most valuable thing they can take from this session. End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SESSION 2A · 90 MINUTES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0607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Testing and Testable Design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2984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Slot this after Day 2 Session 2, once the repository and interfaces exist.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1783080"/>
            <a:ext cx="3977640" cy="4023360"/>
          </a:xfrm>
          <a:prstGeom prst="roundRect">
            <a:avLst>
              <a:gd name="adj" fmla="val 1149"/>
            </a:avLst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05740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YOU CAN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441448"/>
            <a:ext cx="3429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 what is worth testing and what is not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a test that fails for the right reason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a service without touching a database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a fake or a mock, and know when each is right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whole suite from the command line and in a build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68680" y="5138928"/>
            <a:ext cx="3429000" cy="0"/>
          </a:xfrm>
          <a:prstGeom prst="line">
            <a:avLst/>
          </a:prstGeom>
          <a:noFill/>
          <a:ln w="12700">
            <a:solidFill>
              <a:srgbClr val="5050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526694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45 minutes of concept and demonstration, then 45 minutes at the keyboard.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18196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COVER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937760" y="2167128"/>
            <a:ext cx="6656832" cy="603504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0" y="2167128"/>
            <a:ext cx="50292" cy="603504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38928" y="228600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38928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2167128"/>
            <a:ext cx="5705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honest case for tests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the honest case against over-testing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37760" y="2898648"/>
            <a:ext cx="6656832" cy="603504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37760" y="2898648"/>
            <a:ext cx="50292" cy="603504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38928" y="301752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138928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0" y="2898648"/>
            <a:ext cx="5705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xUnit anatomy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Fact, Theory, arrange-act-assert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937760" y="3630168"/>
            <a:ext cx="6656832" cy="603504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37760" y="3630168"/>
            <a:ext cx="50292" cy="603504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38928" y="374904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138928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0" y="3630168"/>
            <a:ext cx="5705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 service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a hand-written fake repository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937760" y="4361688"/>
            <a:ext cx="6656832" cy="603504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37760" y="4361688"/>
            <a:ext cx="50292" cy="603504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38928" y="448056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138928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669280" y="4361688"/>
            <a:ext cx="5705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Mocking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a library helps and when it hurts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937760" y="5093208"/>
            <a:ext cx="6656832" cy="603504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37760" y="5093208"/>
            <a:ext cx="50292" cy="603504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38928" y="521208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138928" y="5212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5669280" y="5093208"/>
            <a:ext cx="5705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the API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tests with WebApplicationFactory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937760" y="5824728"/>
            <a:ext cx="6656832" cy="603504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37760" y="5824728"/>
            <a:ext cx="50292" cy="603504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38928" y="594360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138928" y="5943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5669280" y="5824728"/>
            <a:ext cx="5705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 in the build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what coverage does and does not tell you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Supplementary Session — Unit Testing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HONEST CASE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tests buy, and what they cost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394960" cy="384048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2763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THEY BUY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2139696"/>
            <a:ext cx="539496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3816" y="2286000"/>
            <a:ext cx="495604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change code without fear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defect fixed once stays fixed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unhappy paths get exercised, which manual testing skips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document what the code is meant to do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failing build stops a defect reaching a user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99632" y="1627632"/>
            <a:ext cx="5394960" cy="3840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82512" y="162763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THEY COST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99632" y="2139696"/>
            <a:ext cx="539496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19088" y="2286000"/>
            <a:ext cx="495604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are code, and they need maintaining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Badly written ones break on every refactor and get deleted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trivial code wastes everyone's time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suite that takes 20 minutes stops being run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Chasing a coverage number produces tests that assert nothing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5193792"/>
            <a:ext cx="11002975" cy="640080"/>
          </a:xfrm>
          <a:prstGeom prst="rect">
            <a:avLst/>
          </a:prstGeom>
          <a:solidFill>
            <a:srgbClr val="FBECEC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" y="5193792"/>
            <a:ext cx="1052748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7A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the logic that would hurt if it were wrong. Do not test that a property returns what you set.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Supplementary Session — Unit Testing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TEST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Arrange, act, assert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6035040" cy="403250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3816" y="1783080"/>
            <a:ext cx="5596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XUNIT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075688"/>
            <a:ext cx="5596128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IssueValidatorTests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[Fact]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Rejects_quantity_of_zero()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validator = new IssueValidator();      // arrange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act = () =&gt; validator.Check("HAL-4471", 0);  // act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Assert.Throws&lt;ArgumentException&gt;(act);     // assert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[Theory]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[InlineData(0)]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[InlineData(-1)]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[InlineData(-500)]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Rejects_non_positive(int qty) { ... }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903720" y="1627632"/>
            <a:ext cx="4690872" cy="84124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03720" y="1627632"/>
            <a:ext cx="50292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04888" y="186537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04888" y="1865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635240" y="1627632"/>
            <a:ext cx="37398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 = one case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parameters. It either passes or it does not.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03720" y="2596896"/>
            <a:ext cx="4690872" cy="84124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03720" y="2596896"/>
            <a:ext cx="50292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04888" y="283464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04888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635240" y="2596896"/>
            <a:ext cx="37398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Theory = the same test, many inputs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InlineData for a handful, MemberData for more.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903720" y="3566160"/>
            <a:ext cx="4690872" cy="84124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3566160"/>
            <a:ext cx="50292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04888" y="380390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04888" y="3803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635240" y="3566160"/>
            <a:ext cx="37398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it as a sentence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Rejects_quantity_of_zero tells you what broke from the test runner output alone.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903720" y="4535424"/>
            <a:ext cx="4690872" cy="84124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03720" y="4535424"/>
            <a:ext cx="50292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04888" y="477316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04888" y="4773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635240" y="4535424"/>
            <a:ext cx="37398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concept per test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Several asserts about the same behaviour is fine. Testing three behaviours is not.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903720" y="5504688"/>
            <a:ext cx="4690872" cy="84124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03720" y="5504688"/>
            <a:ext cx="50292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04888" y="574243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104888" y="5742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635240" y="5504688"/>
            <a:ext cx="37398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logic in a test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if or a loop in a test means the test needs testing.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Supplementary Session — Unit Testing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 SERVICE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why we put an interface there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6035040" cy="4594860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3816" y="1783080"/>
            <a:ext cx="5596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HAND-WRITTEN FAKE — NO DATABASE, NO MOCKING LIBRARY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075688"/>
            <a:ext cx="5596128" cy="401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FakePartRepository : IPartRepository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readonly List&lt;SparePart&gt; _parts = new();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Seed(params SparePart[] parts)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=&gt; _parts.AddRange(parts);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SparePart GetByPartNo(string partNo)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=&gt; _parts.FirstOrDefault(p =&gt; p.PartNo == partNo);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[Fact]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Refuses_issue_when_stock_is_short()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repo = new FakePartRepository();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repo.Seed(new SparePart { PartNo = "HAL-1", Quantity = 2 });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service = new PartService(repo);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Assert.Throws&lt;InsufficientStockException&gt;(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() =&gt; service.Issue("HAL-1", 5));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903720" y="1627632"/>
            <a:ext cx="4690872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86600" y="1627632"/>
            <a:ext cx="4325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 it back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03720" y="2029968"/>
            <a:ext cx="4690872" cy="179222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23176" y="2176272"/>
            <a:ext cx="42519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controller depends on IPartRepository rather than a concrete class. That single decision — the D in SOLID — is what makes this test possible at all.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03720" y="3977640"/>
            <a:ext cx="4690872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86600" y="3977640"/>
            <a:ext cx="4325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Fast, and therefore run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903720" y="4379976"/>
            <a:ext cx="4690872" cy="156362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23176" y="4526280"/>
            <a:ext cx="425196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database, no network, no files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Milliseconds, so the suite stays usable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— it cannot fail intermittently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Supplementary Session — Unit Testing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FAKES AND MOCKS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a library earns its place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806440" cy="2720340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3816" y="1783080"/>
            <a:ext cx="5367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TEST WITH NSUBSTITUTE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075688"/>
            <a:ext cx="5367528" cy="214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repo = Substitute.For&lt;IPartRepository&gt;();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repo.GetByPartNo("HAL-1")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.Returns(new SparePart { Quantity = 2 });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service = new PartService(repo);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Assert.Throws&lt;InsufficientStockException&gt;(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() =&gt; service.Issue("HAL-1", 5));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and verify an interaction happened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notifier.Received(1).Send("HAL-1", 5);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629400" y="1627632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1627632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30568" y="195681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30568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1627632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Fake — a working stand-in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write it once and reuse it. Best when several tests need the same behaviour.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629400" y="2779776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2779776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30568" y="310896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30568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360920" y="2779776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 — configured per test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when the behaviour differs each time, or you need to assert an interaction happened.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629400" y="3931920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3931920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30568" y="426110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30568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360920" y="3931920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not mock what you do not own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Mocking DbContext or HttpClient directly produces brittle tests. Wrap them and mock your wrapper.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629400" y="5084064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29400" y="5084064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30568" y="541324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30568" y="5413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360920" y="5084064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Assert on outcomes, not calls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Verifying twelve interactions couples the test to the implementation. It then breaks on every refactor.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Supplementary Session — Unit Testing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THE API END TO END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pipeline, in memory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6035040" cy="3657600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3816" y="1783080"/>
            <a:ext cx="5596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WEBAPPLICATIONFACTORY STARTS YOUR REAL APPLICATION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075688"/>
            <a:ext cx="5596128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PartsApiTests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IClassFixture&lt;WebApplicationFactory&lt;Program&gt;&gt;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readonly HttpClient _client;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PartsApiTests(WebApplicationFactory&lt;Program&gt; f)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=&gt; _client = f.CreateClient();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[Fact]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async Task Unknown_part_returns_404()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res = await _client.GetAsync("/api/parts/NOPE");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Assert.Equal(HttpStatusCode.NotFound, res.StatusCode);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903720" y="1627632"/>
            <a:ext cx="469087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03720" y="1627632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04888" y="195681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04888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635240" y="1627632"/>
            <a:ext cx="37398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Routing, binding, validation, middleware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exercised for real. This catches the things a unit test cannot.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903720" y="2779776"/>
            <a:ext cx="469087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03720" y="2779776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04888" y="310896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04888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635240" y="2779776"/>
            <a:ext cx="37398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Assert the status code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just the body. That is the contract you promised.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903720" y="3931920"/>
            <a:ext cx="469087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3931920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04888" y="426110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04888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635240" y="3931920"/>
            <a:ext cx="37398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Swap the database out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Override the DbContext registration for SQLite in-memory, or use a test database you reset.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903720" y="5084064"/>
            <a:ext cx="469087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03720" y="5084064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04888" y="541324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04888" y="5413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635240" y="5084064"/>
            <a:ext cx="37398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Have fewer of these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are slower. Many unit tests, some integration tests, a handful end to end.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Supplementary Session — Unit Testing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THEM, AND READING COVERAGE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test nobody runs is worse than none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806440" cy="1970532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3816" y="1783080"/>
            <a:ext cx="5367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 COMMAND LINE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075688"/>
            <a:ext cx="5367528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new xunit -n HalSpares.Tests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add HalSpares.Tests reference HalSpares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add HalSpares.Tests package NSubstitute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test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test --filter "FullyQualifiedName~Validator"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test --collect:"XPlat Code Coverage"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913632"/>
            <a:ext cx="580644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913632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tests actually pay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" y="4315968"/>
            <a:ext cx="5806440" cy="1627632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3816" y="4462272"/>
            <a:ext cx="536752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build. A pull request that runs the suite automatically and refuses to merge on a failure is worth more than any amount of discipline about running them by hand.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29400" y="1627632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29400" y="1627632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30568" y="195681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30568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1627632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tells you what is NOT tested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is genuinely useful. It does not tell you the tested parts are correct.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629400" y="2779776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29400" y="2779776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30568" y="310896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30568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2779776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target becomes a game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Mandate 80% and you will get tests that call methods and assert nothing.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629400" y="3931920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29400" y="3931920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30568" y="426110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30568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3931920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the uncovered branches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unhappy paths are usually what is missing, and usually what breaks.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629400" y="5084064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29400" y="5084064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30568" y="541324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30568" y="5413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360920" y="5084064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it fast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the suite takes twenty minutes, people stop running it and start skipping it.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Supplementary Session — Unit Testing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2B7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 · 10 MINUTES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where you have been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6949440" cy="9601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64208"/>
            <a:ext cx="50292" cy="9601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196138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" y="19613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664208"/>
            <a:ext cx="5998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Have you worked on a tested codebase?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it like to change something?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2752344"/>
            <a:ext cx="6949440" cy="9601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752344"/>
            <a:ext cx="50292" cy="9601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304952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" y="30495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752344"/>
            <a:ext cx="5998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Have you seen a suite get abandoned?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killed it — slowness, brittleness, or neglect?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3840480"/>
            <a:ext cx="6949440" cy="9601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840480"/>
            <a:ext cx="50292" cy="9601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" y="413766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" y="41376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840480"/>
            <a:ext cx="5998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would you test in the Spares Tracker?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three things. Then name one you would not bother with.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94360" y="4928616"/>
            <a:ext cx="6949440" cy="9601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4928616"/>
            <a:ext cx="50292" cy="9601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5528" y="522579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5528" y="52257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4928616"/>
            <a:ext cx="5998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stops you writing tests?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Time, habit, or not knowing where to start? Be honest.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635240" y="1664208"/>
            <a:ext cx="3959352" cy="402336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818120" y="1664208"/>
            <a:ext cx="3593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it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635240" y="2066544"/>
            <a:ext cx="3959352" cy="3803904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854696" y="2212848"/>
            <a:ext cx="3520440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minutes in pairs, then three answers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3 is the useful one — it feeds straight into the hands-on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someone says "no time", ask how long the last production defect took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Supplementary Session — Unit Testing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2B7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· 40 MINUTES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0607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the Spares Tracker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2984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is three unit tests. Stretch goes into integration and the build.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8288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TASKS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" y="2176272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176272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5528" y="224485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22448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176272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· Create the test project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dotnet new xunit, referencing your application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2770632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770632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" y="283921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5528" y="28392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2770632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· Test the stock rule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Issuing more than is held must be refused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" y="3364992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364992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528" y="343357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95528" y="34335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3364992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· Write a fake repository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database in any unit test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4360" y="3959352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3959352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5528" y="402793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5528" y="40279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3959352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· Use a Theory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Several invalid quantities, one test method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60" y="4553712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4553712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5528" y="462229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95528" y="46222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325880" y="4553712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STRETCH · Test the API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WebApplicationFactory: unknown part returns 404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94360" y="5148072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4360" y="5148072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5528" y="521665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95528" y="52166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325880" y="5148072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STRETCH · Break the code on purpose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the test fails — and fails clearly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94360" y="5742432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4360" y="5742432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5528" y="581101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95528" y="58110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1325880" y="5742432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STRETCH · Add the test step to your PR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the suite runs before a merge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949440" y="1600200"/>
            <a:ext cx="4645152" cy="402336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132320" y="1600200"/>
            <a:ext cx="4279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Done when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949440" y="2002536"/>
            <a:ext cx="4645152" cy="1609344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168896" y="2148840"/>
            <a:ext cx="420624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dotnet test runs green from the command line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unit test touches a database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test name reads as a sentence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Breaking the rule makes exactly one test fail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594360" y="594360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"break it on purpose" task is not optional in spirit. A test that has never failed has never been shown to work.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Supplementary Session — Unit Testing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2B7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RECAP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Testing, without the dogma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64208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179222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" y="1792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664208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the logic that would hurt if it were wrong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2377440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377440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250545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" y="2505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377440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Arrange, act, assert — and name it as a sentence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3090672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090672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" y="321868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" y="3218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090672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Interfaces are what make a service testable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94360" y="3803904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3803904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5528" y="393192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5528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3803904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Fakes for reuse, mocks for varying behaviour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94360" y="4517136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4517136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5528" y="464515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95528" y="4645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325880" y="4517136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Assert outcomes, not the number of calls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94360" y="5230368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5230368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5528" y="535838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95528" y="5358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325880" y="5230368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test that has never failed has never been proven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7086600" y="1664208"/>
            <a:ext cx="4507992" cy="402336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269480" y="1664208"/>
            <a:ext cx="4142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Practise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7086600" y="2066544"/>
            <a:ext cx="4507992" cy="3785616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306056" y="2212848"/>
            <a:ext cx="406908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test for every defect you fix from now on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suite before every push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 at coverage once, to find what is untested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594360" y="598932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 to the main track: React, then deployment on Day 3.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Supplementary Session — Unit Testing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Testing (supplementary)</dc:title>
  <dc:subject>PptxGenJS Presentation</dc:subject>
  <dc:creator>HAL .NET, React &amp; SQL Transition Program</dc:creator>
  <cp:lastModifiedBy>HAL .NET, React &amp; SQL Transition Program</cp:lastModifiedBy>
  <cp:revision>1</cp:revision>
  <dcterms:created xsi:type="dcterms:W3CDTF">2026-09-16T16:44:53Z</dcterms:created>
  <dcterms:modified xsi:type="dcterms:W3CDTF">2026-09-16T16:44:53Z</dcterms:modified>
</cp:coreProperties>
</file>