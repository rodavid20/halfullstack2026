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the two halves of the day meet. Budget time for CORS — someone always hits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this diagnostic order on the screen during the hands-on. It saves you answering the same question eight times.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r.ok trap catches experienced developers too. Say it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difference between a smooth Day 3 and a painful one. Make everyone build the module before they build the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how many of their existing screens handle all four. The empty state is the one most often forgotten and the one users hit most.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Reproduce the error on the projector before showing the fix — recognising the message is half the skill.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Double submission is a real defect in production systems, not a nicety. Mention idempotency briefly if the room is engaged.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Correctness before cleverness is the theme. Option B is what most internal applications should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baked-in URL trap catches almost every team once. Say it twice, and get them to run the build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permissions question is the important one. If anyone says the screen will hide the button, ask what stops someone calling the API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last task is the one people skip and the one that separates a demo from software. Insist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build check is the most important item. Ask for a show of hands that everyone has done it before they leave.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· SESSION 4 · 90 MINUTES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0607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+ API Integration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3977640" cy="4233672"/>
          </a:xfrm>
          <a:prstGeom prst="roundRect">
            <a:avLst>
              <a:gd name="adj" fmla="val 1149"/>
            </a:avLst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84708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YOU CAN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231136"/>
            <a:ext cx="3429000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Fetch data from your ASP.NET API into a React component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Handle loading and failure as first-class states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 and fix a CORS error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 a form back to the API and refresh the list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a working dashboard end to end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68680" y="5138928"/>
            <a:ext cx="3429000" cy="0"/>
          </a:xfrm>
          <a:prstGeom prst="line">
            <a:avLst/>
          </a:prstGeom>
          <a:noFill/>
          <a:ln w="12700">
            <a:solidFill>
              <a:srgbClr val="5050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526694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45 minutes of concept and demonstration, then 45 minutes at the keyboard.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6093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COVER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37760" y="1956816"/>
            <a:ext cx="6656832" cy="713232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37760" y="1956816"/>
            <a:ext cx="50292" cy="713232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38928" y="213055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38928" y="2130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0" y="1956816"/>
            <a:ext cx="5705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Fetching data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fetch inside useEffect, and what to do while waiting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937760" y="2798064"/>
            <a:ext cx="6656832" cy="713232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37760" y="2798064"/>
            <a:ext cx="50292" cy="713232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38928" y="297180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138928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0" y="2798064"/>
            <a:ext cx="5705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browser blocks you, and the correct fix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37760" y="3639312"/>
            <a:ext cx="6656832" cy="713232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37760" y="3639312"/>
            <a:ext cx="50292" cy="713232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38928" y="381304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38928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0" y="3639312"/>
            <a:ext cx="5705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Rendering the table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Loading, empty and error states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937760" y="4480560"/>
            <a:ext cx="6656832" cy="713232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37760" y="4480560"/>
            <a:ext cx="50292" cy="713232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38928" y="465429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138928" y="4654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0" y="4480560"/>
            <a:ext cx="5705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Submitting a form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POST, then refresh what is on screen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937760" y="5321808"/>
            <a:ext cx="6656832" cy="713232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37760" y="5321808"/>
            <a:ext cx="50292" cy="713232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38928" y="549554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138928" y="5495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0" y="5321808"/>
            <a:ext cx="5705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project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Spares dashboard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· Session 4 — React + API Integration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PICTURE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moving parts, two processes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1951878" cy="114300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04088" y="1691640"/>
            <a:ext cx="173242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Browser, port 5173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601102" y="2171700"/>
            <a:ext cx="201168" cy="182880"/>
          </a:xfrm>
          <a:prstGeom prst="chevron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57134" y="1691640"/>
            <a:ext cx="1951878" cy="1143000"/>
          </a:xfrm>
          <a:prstGeom prst="rect">
            <a:avLst/>
          </a:prstGeom>
          <a:solidFill>
            <a:srgbClr val="3333B3"/>
          </a:solidFill>
          <a:ln w="9525">
            <a:solidFill>
              <a:srgbClr val="3333B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66862" y="1691640"/>
            <a:ext cx="173242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fetch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with JSON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863876" y="2171700"/>
            <a:ext cx="201168" cy="182880"/>
          </a:xfrm>
          <a:prstGeom prst="chevron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19908" y="1691640"/>
            <a:ext cx="1951878" cy="114300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29636" y="1691640"/>
            <a:ext cx="173242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ASP.NET Core API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Kestrel, port 7001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126651" y="2171700"/>
            <a:ext cx="201168" cy="182880"/>
          </a:xfrm>
          <a:prstGeom prst="chevron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82683" y="1691640"/>
            <a:ext cx="1951878" cy="114300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2411" y="1691640"/>
            <a:ext cx="173242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 Core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+ DbContext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389425" y="2171700"/>
            <a:ext cx="201168" cy="182880"/>
          </a:xfrm>
          <a:prstGeom prst="chevron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45457" y="1691640"/>
            <a:ext cx="1951878" cy="114300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755185" y="1691640"/>
            <a:ext cx="173242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Server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94360" y="3108960"/>
            <a:ext cx="5806440" cy="93268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108960"/>
            <a:ext cx="50292" cy="93268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5528" y="339242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5528" y="3392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3108960"/>
            <a:ext cx="485546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things must be running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API and the dev server. Most "it is broken" moments are one of them being stopped.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94360" y="4169664"/>
            <a:ext cx="5806440" cy="93268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4169664"/>
            <a:ext cx="50292" cy="93268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" y="445312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95528" y="4453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325880" y="4169664"/>
            <a:ext cx="485546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are different origins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 ports mean the browser applies CORS. That is the next slide, and it will happen to you.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94360" y="5230368"/>
            <a:ext cx="5806440" cy="93268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5230368"/>
            <a:ext cx="50292" cy="93268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5528" y="551383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95528" y="5513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325880" y="5230368"/>
            <a:ext cx="485546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production this changes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built React files can be served by the same site as the API, which removes CORS entirely. Day 3.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629400" y="3108960"/>
            <a:ext cx="4965192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812280" y="3108960"/>
            <a:ext cx="4599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something does not work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629400" y="3511296"/>
            <a:ext cx="4965192" cy="243230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848856" y="3657600"/>
            <a:ext cx="452628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API running? Open its Swagger page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dev server running? Check the terminal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the request appear in the Network tab?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status came back — 404, 500, or blocked?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outwards from the browser, one layer at a time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· Session 4 — React + API Integration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FETCHING DATA FROM THE API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states, not one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6035040" cy="3845052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3816" y="1783080"/>
            <a:ext cx="5596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APP.JSX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2075688"/>
            <a:ext cx="5596128" cy="3268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[parts, setParts]     = useState([]);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[loading, setLoading] = useState(true);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[error, setError]     = useState(null);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useEffect(() =&gt; {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fetch("https://localhost:7001/api/parts")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.then(r =&gt; {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(!r.ok) throw new Error(r.status);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r.json();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.then(setParts)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.catch(e =&gt; setError(e.message))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.finally(() =&gt; setLoading(false));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[]);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(loading) return &lt;p&gt;Loading...&lt;/p&gt;;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(error)   return &lt;p&gt;Could not load: {error}&lt;/p&gt;;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903720" y="1627632"/>
            <a:ext cx="4690872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86600" y="1627632"/>
            <a:ext cx="4325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handle all three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03720" y="2029968"/>
            <a:ext cx="4690872" cy="142646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23176" y="2176272"/>
            <a:ext cx="42519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Loading — the request is in flight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— the server said no, or the network failed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— including the empty list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03720" y="3611880"/>
            <a:ext cx="4690872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86600" y="3611880"/>
            <a:ext cx="4325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 the base URL in one place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903720" y="4014216"/>
            <a:ext cx="4690872" cy="101498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23176" y="4160520"/>
            <a:ext cx="42519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single api.js module with the base URL and the fetch helpers. Hard-coding the address in ten components makes deployment painful on Day 3.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903720" y="5193792"/>
            <a:ext cx="4690872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86600" y="5193792"/>
            <a:ext cx="4325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404 is still a resolved promise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903720" y="5596128"/>
            <a:ext cx="4690872" cy="347472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23176" y="5742432"/>
            <a:ext cx="42519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fetch only rejects on network failure — check r.ok yourself.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· Session 4 — React + API Integration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PLACE FOR THE API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not scatter URLs through your components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806440" cy="2720340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3816" y="1783080"/>
            <a:ext cx="5367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SRC/API.JS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2075688"/>
            <a:ext cx="5367528" cy="214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BASE = import.meta.env.VITE_API_URL;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request(path, options) {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 = await fetch(BASE + path, options);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(!res.ok) {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Error(`${res.status} ${path}`);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res.status === 204 ? null : res.json();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getParts = () =&gt; request("/api/parts");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4297680"/>
            <a:ext cx="580644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4297680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pays for itself on Day 3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94360" y="4700016"/>
            <a:ext cx="5806440" cy="124358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3816" y="4846320"/>
            <a:ext cx="536752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production API lives at a different address. With one module and an environment variable, deployment is a config change. With the URL typed into ten components, it is a hunt.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629400" y="1627632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29400" y="1627632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30568" y="195681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30568" y="1956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60920" y="1627632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res.ok yourself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fetch only rejects on network failure. A 404 or a 500 is a resolved promise with bad news inside.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629400" y="2779776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29400" y="2779776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30568" y="310896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30568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2779776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Handle the empty response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204 has no body, and calling json() on it throws.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629400" y="3931920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29400" y="3931920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30568" y="426110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30568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3931920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place to add a token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authentication arrives, you change one function, not every call.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629400" y="5084064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29400" y="5084064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30568" y="541324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30568" y="5413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360920" y="5084064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variables, not constants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VITE_API_URL differs between your machine and the server.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· Session 4 — React + API Integration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LOADING, EMPTY, ERROR, DATA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states, and you must draw all four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39496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2763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2029968"/>
            <a:ext cx="5394960" cy="170078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3816" y="2176272"/>
            <a:ext cx="495604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request is in flight. Show a spinner or a skeleton. A blank screen makes users click twice.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99632" y="1627632"/>
            <a:ext cx="539496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82512" y="162763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99632" y="2029968"/>
            <a:ext cx="5394960" cy="170078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19088" y="2176272"/>
            <a:ext cx="495604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Something failed. Say what, in words a storekeeper understands, and offer a retry. Never a blank page.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3840480"/>
            <a:ext cx="539496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84048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Empty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94360" y="4242816"/>
            <a:ext cx="5394960" cy="170078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3816" y="4389120"/>
            <a:ext cx="495604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call succeeded and there is nothing to show. "No parts below minimum" is a good answer; an empty table is not.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99632" y="3840480"/>
            <a:ext cx="539496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82512" y="384048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199632" y="4242816"/>
            <a:ext cx="5394960" cy="170078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19088" y="4389120"/>
            <a:ext cx="495604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everybody builds. It is a quarter of the job, and the only state most demos ever show.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· Session 4 — React + API Integration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error everyone hits, and the fix that is correct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11002975" cy="868680"/>
          </a:xfrm>
          <a:prstGeom prst="roundRect">
            <a:avLst>
              <a:gd name="adj" fmla="val 5263"/>
            </a:avLst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27632"/>
            <a:ext cx="10454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A7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 to fetch at 'https://localhost:7001/api/parts' from origin 'http://localhost:5173' has been blocked by CORS policy.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2697480"/>
            <a:ext cx="5806440" cy="987552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697480"/>
            <a:ext cx="50292" cy="987552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5528" y="300837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697480"/>
            <a:ext cx="485546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 port means different origin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React dev server and the API are two origins, so the browser applies the rule.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4360" y="3822192"/>
            <a:ext cx="5806440" cy="987552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3822192"/>
            <a:ext cx="50292" cy="987552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" y="413308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5528" y="4133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822192"/>
            <a:ext cx="485546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browser enforces it, not the server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request often reaches your API and returns fine — the browser then refuses to hand the response to your code.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94360" y="4946904"/>
            <a:ext cx="5806440" cy="987552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4946904"/>
            <a:ext cx="50292" cy="987552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5528" y="525780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95528" y="5257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4946904"/>
            <a:ext cx="485546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 belongs on the server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API states which origins may call it. Never disable browser security to work around this.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629400" y="2697480"/>
            <a:ext cx="4965192" cy="215798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48856" y="2852928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PROGRAM.CS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6848856" y="3145536"/>
            <a:ext cx="452628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builder.Services.AddCors(o =&gt;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o.AddPolicy("dev", p =&gt; p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.WithOrigins("http://localhost:5173")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.AllowAnyHeader()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.AllowAnyMethod()));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app.UseCors("dev");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before app.MapControllers();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629400" y="4937760"/>
            <a:ext cx="4965192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12280" y="4937760"/>
            <a:ext cx="4599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production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629400" y="5340096"/>
            <a:ext cx="4965192" cy="60350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48856" y="548640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the real front-end origin. AllowAnyOrigin on a live service is a finding waiting to be raised in an audit.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· Session 4 — React + API Integration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SUBMITTING A FORM TO THE API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POST, check, then refresh what is on screen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6035040" cy="3657600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3816" y="1783080"/>
            <a:ext cx="5596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ADDPARTFORM.JSX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2075688"/>
            <a:ext cx="5596128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handleSubmit(e) {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e.preventDefault();          // stop the reload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 = await fetch(`${API}/api/parts`, {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method:  "POST",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headers: { "Content-Type": "application/json" },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body:    JSON.stringify({ partNo, quantity })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(!res.ok) {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setError("Save failed");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onSaved(await res.json());   // tell the parent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903720" y="1627632"/>
            <a:ext cx="4690872" cy="9601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03720" y="1627632"/>
            <a:ext cx="50292" cy="9601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04888" y="192481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04888" y="19248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635240" y="1627632"/>
            <a:ext cx="3739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Controlled inputs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comes from state, onChange writes it back. The component always knows what is typed.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903720" y="2715768"/>
            <a:ext cx="4690872" cy="9601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03720" y="2715768"/>
            <a:ext cx="50292" cy="9601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04888" y="301294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04888" y="30129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635240" y="2715768"/>
            <a:ext cx="3739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preventDefault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it the browser submits the form the old way and reloads the page.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903720" y="3803904"/>
            <a:ext cx="4690872" cy="9601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0" y="3803904"/>
            <a:ext cx="50292" cy="9601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04888" y="410108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04888" y="41010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635240" y="3803904"/>
            <a:ext cx="3739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Tell the parent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list lives in App, so the form calls a prop function to hand the new part upwards.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903720" y="4892040"/>
            <a:ext cx="4690872" cy="9601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03720" y="4892040"/>
            <a:ext cx="50292" cy="9601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04888" y="518922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104888" y="51892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635240" y="4892040"/>
            <a:ext cx="3739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Disable the button while saving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Otherwise an impatient user creates the same part three times.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· Session 4 — React + API Integration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KEEPING THE SCREEN HONEST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a change, what does the user see?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806440" cy="1970532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3816" y="1783080"/>
            <a:ext cx="5367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REFRESH AFTER A SAVE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2075688"/>
            <a:ext cx="5367528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A. trust the response and add it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saved = await createPart(draft);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setParts(prev =&gt; [...prev, saved]);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B. reload the list from the server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createPart(draft);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setParts(await getParts());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749040"/>
            <a:ext cx="580644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749040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one?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" y="4151376"/>
            <a:ext cx="5806440" cy="179222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3816" y="4297680"/>
            <a:ext cx="5367528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is instant and does not hit the network again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is always right, including when the server changed something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B — correctness first. Optimise to A only if the reload is genuinely slow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29400" y="1627632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29400" y="1627632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30568" y="195681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30568" y="1956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60920" y="1627632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Disable the button while saving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Otherwise an impatient user creates three identical parts.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629400" y="2779776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29400" y="2779776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30568" y="310896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30568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2779776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Say what happened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brief confirmation. Silence after a save makes people press it again.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629400" y="3931920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29400" y="3931920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30568" y="426110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30568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3931920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Handle the failed save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what they typed. Losing a form on error is unforgivable to a user.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629400" y="5084064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29400" y="5084064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30568" y="541324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30568" y="5413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360920" y="5084064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Beware stale screens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fetched ten minutes ago may be wrong. A refresh button is often enough.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· Session 4 — React + API Integration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DEPLOY TOMORROW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dev server is not the product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2517572" cy="105156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04088" y="1664208"/>
            <a:ext cx="22981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npm run build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Bundled, minified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166796" y="2098548"/>
            <a:ext cx="201168" cy="182880"/>
          </a:xfrm>
          <a:prstGeom prst="chevron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2828" y="1664208"/>
            <a:ext cx="2517572" cy="1051560"/>
          </a:xfrm>
          <a:prstGeom prst="rect">
            <a:avLst/>
          </a:prstGeom>
          <a:solidFill>
            <a:srgbClr val="3333B3"/>
          </a:solidFill>
          <a:ln w="9525">
            <a:solidFill>
              <a:srgbClr val="3333B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32556" y="1664208"/>
            <a:ext cx="22981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dist/ folder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Plain HTML, JS, CSS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95264" y="2098548"/>
            <a:ext cx="201168" cy="182880"/>
          </a:xfrm>
          <a:prstGeom prst="chevron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51296" y="1664208"/>
            <a:ext cx="2517572" cy="105156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61024" y="1664208"/>
            <a:ext cx="22981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Copy to wwwroot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 its own IIS site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823731" y="2098548"/>
            <a:ext cx="201168" cy="182880"/>
          </a:xfrm>
          <a:prstGeom prst="chevron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79763" y="1664208"/>
            <a:ext cx="2517572" cy="105156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89491" y="1664208"/>
            <a:ext cx="22981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origin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CORS needed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94360" y="2971800"/>
            <a:ext cx="580644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2971800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deployment shapes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3374136"/>
            <a:ext cx="5806440" cy="133502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3816" y="3520440"/>
            <a:ext cx="536752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site: build into the API's wwwroot. Simplest, and CORS disappears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Separate sites: React on one, API on another. More flexible, and CORS must be configured properly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29400" y="2971800"/>
            <a:ext cx="4965192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12280" y="2971800"/>
            <a:ext cx="4599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the API URL at build time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629400" y="3374136"/>
            <a:ext cx="4965192" cy="133502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48856" y="3520440"/>
            <a:ext cx="45262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built files bake in whatever VITE_API_URL said. Build for production with the production value, or the site will call localhost from the server.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4360" y="4937760"/>
            <a:ext cx="11002975" cy="777240"/>
          </a:xfrm>
          <a:prstGeom prst="rect">
            <a:avLst/>
          </a:prstGeom>
          <a:solidFill>
            <a:srgbClr val="FBECEC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2104" y="4937760"/>
            <a:ext cx="105274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7A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npm run build today, even briefly. Discovering tomorrow that the build fails is a poor way to start a deployment session.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· Session 4 — React + API Integration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2B7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 · 10 MINUTES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demo to something usable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6949440" cy="9601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664208"/>
            <a:ext cx="50292" cy="9601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196138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" y="19613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664208"/>
            <a:ext cx="5998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would a real user need next?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Search, sort, paging, permissions, an audit trail?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2752344"/>
            <a:ext cx="6949440" cy="9601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752344"/>
            <a:ext cx="50292" cy="9601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" y="304952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" y="30495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752344"/>
            <a:ext cx="5998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would break with 50,000 rows?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specific about where it falls over.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3840480"/>
            <a:ext cx="6949440" cy="9601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840480"/>
            <a:ext cx="50292" cy="9601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" y="413766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5528" y="41376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3840480"/>
            <a:ext cx="5998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should be able to see this?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how would you enforce it — at the screen or at the API?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94360" y="4928616"/>
            <a:ext cx="6949440" cy="9601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4928616"/>
            <a:ext cx="50292" cy="9601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5528" y="522579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5528" y="52257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4928616"/>
            <a:ext cx="5998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failure you would fear?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Wrong stock figure, silent save failure, stale data?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635240" y="1664208"/>
            <a:ext cx="3959352" cy="402336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818120" y="1664208"/>
            <a:ext cx="3593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it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635240" y="2066544"/>
            <a:ext cx="3959352" cy="3803904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854696" y="2212848"/>
            <a:ext cx="3520440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minutes in pairs, then three answers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permissions answer should be "at the API" — draw it out rather than stating it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 the fears; they are the requirements nobody writes down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· Session 4 — React + API Integration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B2B7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· 40 MINUTES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0607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project: the Spares dashboard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2984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front end, ASP.NET Core API, SQL Server behind it. All three, talking.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8288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TASKS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4360" y="2176272"/>
            <a:ext cx="6035040" cy="5029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176272"/>
            <a:ext cx="50292" cy="5029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5528" y="224485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22448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176272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 the app at your API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api.js module holding the base URL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2788920"/>
            <a:ext cx="6035040" cy="5029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788920"/>
            <a:ext cx="50292" cy="5029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" y="285750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5528" y="28575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2788920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parts on startup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useEffect, with loading and error states handled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" y="3401568"/>
            <a:ext cx="6035040" cy="5029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401568"/>
            <a:ext cx="50292" cy="5029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5528" y="347014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95528" y="34701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3401568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 PartsTable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Reuse the components from Session 3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94360" y="4014216"/>
            <a:ext cx="6035040" cy="5029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4014216"/>
            <a:ext cx="50292" cy="5029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5528" y="408279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5528" y="40827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4014216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the form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 a new part, then show it without reloading the page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4360" y="4626864"/>
            <a:ext cx="6035040" cy="5029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4626864"/>
            <a:ext cx="50292" cy="5029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5528" y="469544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95528" y="46954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325880" y="4626864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low-stock summary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count of parts below the minimum, at the top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94360" y="5239512"/>
            <a:ext cx="6035040" cy="5029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4360" y="5239512"/>
            <a:ext cx="50292" cy="5029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5528" y="530809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95528" y="5308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325880" y="5239512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it deliberately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 the API and confirm your error state appears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949440" y="1600200"/>
            <a:ext cx="4645152" cy="402336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132320" y="1600200"/>
            <a:ext cx="4279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Done when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949440" y="2002536"/>
            <a:ext cx="4645152" cy="1335024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168896" y="2148840"/>
            <a:ext cx="42062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table is populated from SQL Server through your own API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part added in the browser is still there after a refresh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Stopping the API produces a clear message, not a blank screen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594360" y="594360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this running. On Day 3 we attach a report to it and put the whole thing on IIS.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· Session 4 — React + API Integration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B2B7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OF DAY 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 system, end to end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664208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179222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" y="1792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664208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REST API over SQL Server, with validation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2377440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377440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" y="250545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" y="2505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377440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 Core behind a repository, one SaveChanges per transaction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3090672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090672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" y="321868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5528" y="3218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3090672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React front end built from small components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94360" y="3803904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3803904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5528" y="393192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5528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3803904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api module holding the base URL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94360" y="4517136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4517136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5528" y="464515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95528" y="4645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325880" y="4517136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Loading, error, empty and data all handled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594360" y="5230368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5230368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5528" y="535838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95528" y="5358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325880" y="5230368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CORS understood rather than worked around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7086600" y="1664208"/>
            <a:ext cx="4507992" cy="402336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269480" y="1664208"/>
            <a:ext cx="4142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tomorrow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7086600" y="2066544"/>
            <a:ext cx="4507992" cy="3785616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306056" y="2212848"/>
            <a:ext cx="406908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 both projects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npm run build once and confirm it succeeds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 down any error you hit today and what fixed it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594360" y="598932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Tomorrow: reports, then putting all of this on a server.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· Session 4 — React + API Integration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2, Session 4 - React + API Integration</dc:title>
  <dc:subject>PptxGenJS Presentation</dc:subject>
  <dc:creator>HAL .NET, React &amp; SQL Transition Program</dc:creator>
  <cp:lastModifiedBy>HAL .NET, React &amp; SQL Transition Program</cp:lastModifiedBy>
  <cp:revision>1</cp:revision>
  <dcterms:created xsi:type="dcterms:W3CDTF">2026-09-16T16:44:52Z</dcterms:created>
  <dcterms:modified xsi:type="dcterms:W3CDTF">2026-09-16T16:44:52Z</dcterms:modified>
</cp:coreProperties>
</file>