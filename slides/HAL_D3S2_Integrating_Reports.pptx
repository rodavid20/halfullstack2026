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early that the report runtime must be installed on the server — it is the single most common cause of "it works on my machine" for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background-generation point is a genuine architectural decision. Mention it now so nobody promises an instant annual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disposal point is not theoretical — undisposed report objects are a classic cause of a server that degrades over a working day and recovers after a recycle.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"print the parameters" habit comes from real audit findings — a report circulated without its selection criteria cannot be reproduced or trusted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is short, cover PDF and ExcelRecord only. The filename point sounds trivial and generates real goodwill with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stream position error produces a zero-byte PDF and confuses people for an hour. Mention it before the hands-on.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useful slide in the session. Nearly every reporting deployment failure is on this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environment the classification point is not theoretical. A report is the easiest way for controlled data to leave a controlled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buttons as an access control is extremely common. Handle it without embarrassing anyone — it is a design failure, not a personal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fallback ready. Reporting toolchains are the most fragile part of this course and nobody should lose an afternoon to an installer.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group is behind, the export and disposal points are the ones that must land. The rest can be read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2 · 90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Integrating Reports in ASP.NET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977640" cy="4233672"/>
          </a:xfrm>
          <a:prstGeom prst="roundRect">
            <a:avLst>
              <a:gd name="adj" fmla="val 1149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470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YOU CAN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31136"/>
            <a:ext cx="342900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and load report files inside a web application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parameters from a web page into a report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a report to PDF or Excel and return it to the browser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Dispose of report objects so the server does not leak memory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what must be installed on the server for any of this to work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5138928"/>
            <a:ext cx="3429000" cy="0"/>
          </a:xfrm>
          <a:prstGeom prst="line">
            <a:avLst/>
          </a:prstGeom>
          <a:noFill/>
          <a:ln w="12700">
            <a:solidFill>
              <a:srgbClr val="5050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52669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45 minutes of concept and demonstration, then 45 minutes at the keyboard.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609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956816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956816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8928" y="21305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956816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Linking report files to the app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.rpt files live and how they are loaded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798064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2798064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29718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3892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2798064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query string to report, safely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3639312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639312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38928" y="38130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3892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639312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PDF, Excel and returning a file from an action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4480560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4480560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38928" y="46542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38928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4480560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and deployment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server needs installed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937760" y="5321808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5321808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38928" y="54955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38928" y="5495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5321808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parameterised report inside the Spares app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2 — Integrating Reports in ASP.NET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PUT A REPORT ON A SCREEN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before you build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to PDF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3529584" cy="17922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2176272"/>
            <a:ext cx="30906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server-side, return the file. Works in every browser, needs no client control, and prints identically everywhere. The default choice.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627632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07992" y="1627632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viewer control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25112" y="2029968"/>
            <a:ext cx="3529584" cy="17922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2176272"/>
            <a:ext cx="30906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embedded viewer with paging and export buttons. Convenient, but ties you to the control and its framework support.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55864" y="1627632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38744" y="1627632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delivery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55864" y="2029968"/>
            <a:ext cx="3529584" cy="17922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176272"/>
            <a:ext cx="30906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overnight and email or drop to a share. Best for a monthly return that nobody needs on demand.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023360"/>
            <a:ext cx="11002975" cy="93268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4023360"/>
            <a:ext cx="50292" cy="93268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" y="4023360"/>
            <a:ext cx="1054577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the PDF export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has the fewest dependencies, works from a React front end without any special handling, and behaves the same on every desktop in the building.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94360" y="5084064"/>
            <a:ext cx="11002975" cy="93268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5084064"/>
            <a:ext cx="50292" cy="93268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" y="5084064"/>
            <a:ext cx="1054577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Generating a large report is slow work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report over a year of issues can take many seconds. Do not make a user watch a frozen browser — either keep it small, or generate it in the background and tell them when it is ready.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2 — Integrating Reports in ASP.NET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LINKING REPORT FILES WITH THE APPLICATION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Load, fill, render, dispose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6035040" cy="365760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596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REPORTSCONTROLLER.CS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596128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IActionResult Consumption(int year)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var report = new ReportDocument();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report.Load(Path.Combine(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_env.ContentRootPath, "Reports",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"SparesConsumption.rpt"));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report.SetDataSource(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_reportData.GetConsumption(year));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stream = report.ExportToStream(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ExportFormatType.PortableDocFormat);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File(stream, "application/pdf");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03720" y="1627632"/>
            <a:ext cx="4690872" cy="106070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1627632"/>
            <a:ext cx="50292" cy="106070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04888" y="1975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04888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1627632"/>
            <a:ext cx="37398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.rpt files in the project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Reports folder, set to Copy to Output Directory, so publishing carries them along.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03720" y="2816352"/>
            <a:ext cx="4690872" cy="106070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2816352"/>
            <a:ext cx="50292" cy="106070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04888" y="31638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04888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2816352"/>
            <a:ext cx="37398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build the path by hand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ContentRootPath differs between your machine and the server.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03720" y="4005072"/>
            <a:ext cx="4690872" cy="106070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005072"/>
            <a:ext cx="50292" cy="106070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4888" y="43525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04888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4005072"/>
            <a:ext cx="37398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dispose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ReportDocument holds unmanaged resources. Without using, a busy server runs out of handles.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903720" y="5193792"/>
            <a:ext cx="4690872" cy="106070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5193792"/>
            <a:ext cx="50292" cy="106070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04888" y="554126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04888" y="5541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5193792"/>
            <a:ext cx="37398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a stream beats a viewer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PDF response works in every browser and needs no client-side control.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2 — Integrating Reports in ASP.NET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PARAMETERS TO REPORTS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 asks a question; the report answers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2517572" cy="100584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664208"/>
            <a:ext cx="2298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page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picks month and store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166796" y="2075688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2828" y="1664208"/>
            <a:ext cx="2517572" cy="1005840"/>
          </a:xfrm>
          <a:prstGeom prst="rect">
            <a:avLst/>
          </a:prstGeom>
          <a:solidFill>
            <a:srgbClr val="3333B3"/>
          </a:solidFill>
          <a:ln w="9525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2556" y="1664208"/>
            <a:ext cx="2298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Validates the input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95264" y="2075688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1296" y="1664208"/>
            <a:ext cx="2517572" cy="100584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1024" y="1664208"/>
            <a:ext cx="2298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Filtered in SQL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823731" y="2075688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79763" y="1664208"/>
            <a:ext cx="2517572" cy="100584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491" y="1664208"/>
            <a:ext cx="22981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Prints the heading and the rows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2926080"/>
            <a:ext cx="5806440" cy="159562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" y="3081528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PARAMETER VALUES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13816" y="3374136"/>
            <a:ext cx="5367528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report.SetParameterValue("Year", year);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report.SetParameterValue("StoreCode", store);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report prints them in the header, and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can use them in a selection formula too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572000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57200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filter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4974336"/>
            <a:ext cx="5806440" cy="96926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816" y="5120640"/>
            <a:ext cx="53675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formula — the report filters what it was given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Parameterised query — the database returns less. Prefer this: it is faster and it scales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2926080"/>
            <a:ext cx="496519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2926080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30568" y="3099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30568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2926080"/>
            <a:ext cx="4014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before you pass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parameter arriving from a query string is user input, with everything that implies.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29400" y="3758184"/>
            <a:ext cx="496519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3758184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30568" y="39319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3056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360920" y="3758184"/>
            <a:ext cx="4014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every parameter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left unset and the engine prompts — on a web server, that means it hangs or throws.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4590288"/>
            <a:ext cx="496519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4590288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30568" y="47640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30568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360920" y="4590288"/>
            <a:ext cx="4014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the parameters on the report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printed stock statement with no date or store on it is worthless a week later.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29400" y="5422392"/>
            <a:ext cx="496519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9400" y="5422392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0568" y="559612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30568" y="5596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360920" y="5422392"/>
            <a:ext cx="4014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list short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or three choices. A report with eleven parameters is a query in disguise.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2 — Integrating Reports in ASP.NET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EXPORTING REPORTS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to circulate, Excel to work with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64208"/>
          <a:ext cx="1100297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514600"/>
                <a:gridCol w="2606040"/>
                <a:gridCol w="44622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Format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ExportFormatType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MIME type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Use it when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PDF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PortableDocFormat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application/pdf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 layout must not move — circulation, signing, filing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Excel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ExcelWorkbook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application/vnd.ms-excel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 recipient will sort, filter or total it further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Excel (data)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ExcelRecord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application/vnd.ms-excel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You want rows and columns without the report formatting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Word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WordForWindows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application/msword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 output is a draft someone will edit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CSV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CharacterSeparatedValues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text/csv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Another system will read it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39700" marR="1397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617720"/>
            <a:ext cx="5806440" cy="103327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3816" y="4773168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IT WITH A SENSIBLE FILENAME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5065776"/>
            <a:ext cx="5367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File(stream, "application/pdf",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$"SparesConsumption_{year}.pdf");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629400" y="461772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12280" y="461772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people forget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29400" y="5020056"/>
            <a:ext cx="4965192" cy="9235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48856" y="5166360"/>
            <a:ext cx="4526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file for the human who downloads it, not report.pdf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export honours the report layout — merged cells and all. ExcelRecord is usually what they actually wanted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2 — Integrating Reports in ASP.NET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A FILE PROPERLY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type, filename, disposition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234543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DOWNLOAD, OR OPEN IN THE BROWSER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prompts a download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File(stream, "application/pdf",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$"SparesConsumption_{year}.pdf");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opens in the browser tab instead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Response.Headers.Append(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"Content-Disposition",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"inline; filename=report.pdf");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File(stream, "application/pdf");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913632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13632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it for the person downloading 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315968"/>
            <a:ext cx="5806440" cy="16276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4462272"/>
            <a:ext cx="536752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SparesConsumption_2026_BAY2.pdf tells them what it is six months later, in a downloads folder with four hundred other files. report.pdf does not.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Streams must be positioned at zero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writes to the end. Reset the position before returning, or you send an empty file.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buffer huge reports in memory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Several users generating a large PDF at once will exhaust the server. Cap the range.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React, use a link, not fetch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plain anchor to the endpoint lets the browser handle the download natively.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Authorise the endpoint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report URL that anyone can call is a data leak with a filename attached.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2 — Integrating Reports in ASP.NET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SERVER NEEDS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report deployments actually fail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8470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runtime must be installed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report engine is not carried by your publish output. Install it on the server, matching the bitness of your application pool.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514600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514600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69748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51460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32-bit and 64-bit must match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64-bit application pool needs the 64-bit runtime. A mismatch throws an assembly load error that names nothing useful.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364992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364992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54787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364992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.rpt files must be copied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them to Copy to Output Directory, and check they are in the published folder before you blame the code.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215384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215384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439826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215384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pool identity needs a temp folder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writes working files while rendering. Denied access shows up as a vague failure to load the report.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5065776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5065776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" y="52486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065776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credentials at runtime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pull-model report needs its own connection. Push-model avoids this entirely — another reason to prefer it.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1664208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12280" y="1664208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on the server early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29400" y="2066544"/>
            <a:ext cx="4965192" cy="16093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48856" y="2212848"/>
            <a:ext cx="4526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report that works on your machine proves almost nothing — you have the designer installed and it does not. Get one report rendering on the server on day one of the project.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9400" y="384048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12280" y="384048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what you installed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629400" y="4242816"/>
            <a:ext cx="4965192" cy="15544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48856" y="438912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name, version and bitness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.rpt files live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account renders them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2 — Integrating Reports in ASP.NET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AND ACCESS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report is a bulk data export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Authorise every report endpoint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screen may hide the button, but the URL is still there. Check the user's role in the controller, not in the interface.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by what they may see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9632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storekeeper may only see their own store, the parameter must be set from their identity — never taken from the query string.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840480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4048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who ran what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4242816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" y="4389120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Who, which report, which parameters, when. It is cheap to add and invaluable when someone asks where a figure came from.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3840480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384048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 the classification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99632" y="4242816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9088" y="4389120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PDF leaves your system and travels by email. Mark it appropriately, and think about whether it should be produced at all.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2 — Integrating Reports in ASP.NET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· 10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in your systems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9613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961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run your reports today?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enforced, or is it a button that is simply not shown?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752344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52344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0495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30495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52344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you know who ran what?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figure is questioned next month, can you reconstruct it?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840480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41376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840480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long does the slowest one take?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 does the user see while it runs?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928616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928616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5225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5225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28616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the PDFs end up?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Email, shared drive, someone's desktop?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35240" y="1664208"/>
            <a:ext cx="39593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8120" y="1664208"/>
            <a:ext cx="3593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35240" y="2066544"/>
            <a:ext cx="3959352" cy="380390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54696" y="2212848"/>
            <a:ext cx="35204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minutes in pairs, then three answers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"button is hidden" answer is the one to draw out gently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any report taking minutes — it is a Day 5 tuning candidate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2 — Integrating Reports in ASP.NET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· 40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report to the Spares app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consumption report, filtered by year, downloadable as PDF.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17627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7627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22448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2448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7627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report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Reports folder, one .rpt built on your consumption 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788920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788920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28575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2857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788920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and total 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month, subtotal in the group footer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401568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401568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34701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" y="34701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401568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Year parameter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Printed in the report header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014216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014216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4082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4082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014216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ReportsController action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Load, set data source, set parameters, export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626864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626864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" y="46954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5528" y="46954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626864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the PDF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filename that includes the year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523951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523951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" y="530809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5528" y="5308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523951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it from the dashboard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download button on the React page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49440" y="1600200"/>
            <a:ext cx="46451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132320" y="1600200"/>
            <a:ext cx="4279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949440" y="2002536"/>
            <a:ext cx="4645152" cy="133502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68896" y="2148840"/>
            <a:ext cx="4206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PDF opens with the correct year printed on it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Totals on the report match the same query run in SSMS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report object is disposed — check the using statement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59436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Crystal runtime is unavailable on your machine, produce the same PDF with QuestPDF and keep moving — the controller pattern is identical.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2 — Integrating Reports in ASP.NET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 RECAP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inside the application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7922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Load, set the data source, set every parameter, export, dispose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7440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5054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37744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 a PDF export over an embedded viewer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090672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090672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2186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090672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file for the human who downloads it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3803904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803904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39319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803904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the stream before returning it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4360" y="4517136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517136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" y="46451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517136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runtime and bitness must match on the server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94360" y="523036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523036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" y="53583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5528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523036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Authorise the endpoint and filter by identity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86600" y="1664208"/>
            <a:ext cx="450799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69480" y="1664208"/>
            <a:ext cx="4142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86600" y="2066544"/>
            <a:ext cx="4507992" cy="3785616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06056" y="2212848"/>
            <a:ext cx="4069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second parameter and print both on the report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an Excel export beside the PDF one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every report run with its parameters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5989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the server itself — IIS.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2 — Integrating Reports in ASP.NET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3, Session 2 - Integrating Reports</dc:title>
  <dc:subject>PptxGenJS Presentation</dc:subject>
  <dc:creator>HAL .NET, React &amp; SQL Transition Program</dc:creator>
  <cp:lastModifiedBy>HAL .NET, React &amp; SQL Transition Program</cp:lastModifiedBy>
  <cp:revision>1</cp:revision>
  <dcterms:created xsi:type="dcterms:W3CDTF">2026-09-16T16:44:52Z</dcterms:created>
  <dcterms:modified xsi:type="dcterms:W3CDTF">2026-09-16T16:44:52Z</dcterms:modified>
</cp:coreProperties>
</file>